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344" r:id="rId6"/>
    <p:sldId id="346" r:id="rId7"/>
    <p:sldId id="34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0000FF"/>
    <a:srgbClr val="006699"/>
    <a:srgbClr val="5F5F5F"/>
    <a:srgbClr val="FFFFCC"/>
    <a:srgbClr val="FFFFFF"/>
    <a:srgbClr val="FFFF00"/>
    <a:srgbClr val="FF6600"/>
    <a:srgbClr val="660066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751D11-D724-414F-8ECC-A308CF0A9E83}" v="80" dt="2026-04-02T11:29:26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134" autoAdjust="0"/>
    <p:restoredTop sz="93447" autoAdjust="0"/>
  </p:normalViewPr>
  <p:slideViewPr>
    <p:cSldViewPr>
      <p:cViewPr varScale="1">
        <p:scale>
          <a:sx n="86" d="100"/>
          <a:sy n="86" d="100"/>
        </p:scale>
        <p:origin x="188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042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Jacques" userId="4ee7fdee-61d3-4e49-ad23-438a084e31d5" providerId="ADAL" clId="{7DADB4B5-686E-432B-9E4D-4A036DCBA8B1}"/>
    <pc:docChg chg="undo custSel delSld modSld">
      <pc:chgData name="ROBIN Jacques" userId="4ee7fdee-61d3-4e49-ad23-438a084e31d5" providerId="ADAL" clId="{7DADB4B5-686E-432B-9E4D-4A036DCBA8B1}" dt="2026-04-02T11:29:26.821" v="321" actId="20577"/>
      <pc:docMkLst>
        <pc:docMk/>
      </pc:docMkLst>
      <pc:sldChg chg="modSp mod">
        <pc:chgData name="ROBIN Jacques" userId="4ee7fdee-61d3-4e49-ad23-438a084e31d5" providerId="ADAL" clId="{7DADB4B5-686E-432B-9E4D-4A036DCBA8B1}" dt="2026-04-02T11:28:06.322" v="239" actId="20577"/>
        <pc:sldMkLst>
          <pc:docMk/>
          <pc:sldMk cId="2382671936" sldId="256"/>
        </pc:sldMkLst>
        <pc:spChg chg="mod">
          <ac:chgData name="ROBIN Jacques" userId="4ee7fdee-61d3-4e49-ad23-438a084e31d5" providerId="ADAL" clId="{7DADB4B5-686E-432B-9E4D-4A036DCBA8B1}" dt="2026-04-02T11:28:06.322" v="239" actId="20577"/>
          <ac:spMkLst>
            <pc:docMk/>
            <pc:sldMk cId="2382671936" sldId="256"/>
            <ac:spMk id="2" creationId="{00000000-0000-0000-0000-000000000000}"/>
          </ac:spMkLst>
        </pc:spChg>
        <pc:spChg chg="mod">
          <ac:chgData name="ROBIN Jacques" userId="4ee7fdee-61d3-4e49-ad23-438a084e31d5" providerId="ADAL" clId="{7DADB4B5-686E-432B-9E4D-4A036DCBA8B1}" dt="2026-04-02T11:26:22.712" v="171" actId="1035"/>
          <ac:spMkLst>
            <pc:docMk/>
            <pc:sldMk cId="2382671936" sldId="256"/>
            <ac:spMk id="3" creationId="{00000000-0000-0000-0000-000000000000}"/>
          </ac:spMkLst>
        </pc:spChg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3715504114" sldId="287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3901230677" sldId="291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4097591318" sldId="295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2358172534" sldId="296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1902143610" sldId="297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2811051787" sldId="298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3858234607" sldId="300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2689245363" sldId="306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3343516331" sldId="307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3128537668" sldId="308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1337683290" sldId="312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3863246186" sldId="313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3901446591" sldId="314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2065535501" sldId="316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1434003949" sldId="319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1019729959" sldId="320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472144742" sldId="321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4233996525" sldId="322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3016210756" sldId="323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1989994863" sldId="324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2493553914" sldId="326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930717548" sldId="327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853862566" sldId="328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2638097882" sldId="329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796533414" sldId="330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3507535428" sldId="331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2714175417" sldId="332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1523022264" sldId="333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1219925430" sldId="334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2773517743" sldId="335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2912883406" sldId="336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2241756379" sldId="339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1085068904" sldId="340"/>
        </pc:sldMkLst>
      </pc:sldChg>
      <pc:sldChg chg="modSp mod modAnim">
        <pc:chgData name="ROBIN Jacques" userId="4ee7fdee-61d3-4e49-ad23-438a084e31d5" providerId="ADAL" clId="{7DADB4B5-686E-432B-9E4D-4A036DCBA8B1}" dt="2026-04-02T11:29:26.821" v="321" actId="20577"/>
        <pc:sldMkLst>
          <pc:docMk/>
          <pc:sldMk cId="1723001767" sldId="344"/>
        </pc:sldMkLst>
        <pc:spChg chg="mod">
          <ac:chgData name="ROBIN Jacques" userId="4ee7fdee-61d3-4e49-ad23-438a084e31d5" providerId="ADAL" clId="{7DADB4B5-686E-432B-9E4D-4A036DCBA8B1}" dt="2026-04-02T11:29:26.821" v="321" actId="20577"/>
          <ac:spMkLst>
            <pc:docMk/>
            <pc:sldMk cId="1723001767" sldId="344"/>
            <ac:spMk id="3" creationId="{A97165CE-11D5-0FD7-55FF-E9C88C053E65}"/>
          </ac:spMkLst>
        </pc:spChg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2489583624" sldId="348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2145278877" sldId="349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2704948227" sldId="350"/>
        </pc:sldMkLst>
      </pc:sldChg>
      <pc:sldChg chg="del">
        <pc:chgData name="ROBIN Jacques" userId="4ee7fdee-61d3-4e49-ad23-438a084e31d5" providerId="ADAL" clId="{7DADB4B5-686E-432B-9E4D-4A036DCBA8B1}" dt="2026-04-02T11:28:26.957" v="240" actId="47"/>
        <pc:sldMkLst>
          <pc:docMk/>
          <pc:sldMk cId="304508787" sldId="3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40B3E-9823-4FAA-8A92-5263E248D7C4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76CAE-6AC1-4383-9086-ECEED95B63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440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268760"/>
            <a:ext cx="7772400" cy="1470025"/>
          </a:xfrm>
        </p:spPr>
        <p:txBody>
          <a:bodyPr>
            <a:normAutofit/>
          </a:bodyPr>
          <a:lstStyle>
            <a:lvl1pPr>
              <a:defRPr sz="3600">
                <a:solidFill>
                  <a:srgbClr val="660066"/>
                </a:solidFill>
                <a:latin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230629"/>
            <a:ext cx="6400800" cy="43204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rgbClr val="6600CC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D8D30-E3A3-E4B5-C4A9-67207967CC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416" y="4586570"/>
            <a:ext cx="3535784" cy="200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7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632848" cy="792088"/>
          </a:xfrm>
        </p:spPr>
        <p:txBody>
          <a:bodyPr/>
          <a:lstStyle>
            <a:lvl1pPr>
              <a:defRPr>
                <a:latin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207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632848" cy="792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82656" y="1144136"/>
            <a:ext cx="4313144" cy="5591904"/>
          </a:xfrm>
        </p:spPr>
        <p:txBody>
          <a:bodyPr>
            <a:normAutofit/>
          </a:bodyPr>
          <a:lstStyle>
            <a:lvl1pPr marL="266700" indent="-266700">
              <a:defRPr sz="2400"/>
            </a:lvl1pPr>
            <a:lvl2pPr marL="444500" indent="-177800">
              <a:defRPr sz="2000"/>
            </a:lvl2pPr>
            <a:lvl3pPr marL="719138" indent="-177800">
              <a:defRPr sz="1800"/>
            </a:lvl3pPr>
            <a:lvl4pPr marL="985838" indent="-177800">
              <a:defRPr sz="1600"/>
            </a:lvl4pPr>
            <a:lvl5pPr marL="1074738" indent="-88900"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144136"/>
            <a:ext cx="4313144" cy="5591904"/>
          </a:xfrm>
        </p:spPr>
        <p:txBody>
          <a:bodyPr>
            <a:normAutofit/>
          </a:bodyPr>
          <a:lstStyle>
            <a:lvl1pPr marL="266700" indent="-266700">
              <a:defRPr sz="2400"/>
            </a:lvl1pPr>
            <a:lvl2pPr marL="444500" indent="-177800">
              <a:defRPr sz="2000"/>
            </a:lvl2pPr>
            <a:lvl3pPr marL="719138" indent="-177800">
              <a:defRPr sz="1800"/>
            </a:lvl3pPr>
            <a:lvl4pPr marL="985838" indent="-177800">
              <a:defRPr sz="1600"/>
            </a:lvl4pPr>
            <a:lvl5pPr marL="1074738" indent="-88900"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424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632848" cy="79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656" y="1088740"/>
            <a:ext cx="4314732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82656" y="1808820"/>
            <a:ext cx="4314732" cy="4927219"/>
          </a:xfrm>
        </p:spPr>
        <p:txBody>
          <a:bodyPr>
            <a:normAutofit/>
          </a:bodyPr>
          <a:lstStyle>
            <a:lvl1pPr marL="266700" indent="-266700">
              <a:defRPr sz="1800"/>
            </a:lvl1pPr>
            <a:lvl2pPr marL="444500" indent="-177800">
              <a:defRPr sz="1600"/>
            </a:lvl2pPr>
            <a:lvl3pPr marL="630238" indent="-185738">
              <a:defRPr sz="1400"/>
            </a:lvl3pPr>
            <a:lvl4pPr marL="808038" indent="-177800">
              <a:defRPr sz="1200"/>
            </a:lvl4pPr>
            <a:lvl5pPr marL="985838" indent="-177800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088740"/>
            <a:ext cx="4256191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1808820"/>
            <a:ext cx="4256191" cy="4927219"/>
          </a:xfrm>
        </p:spPr>
        <p:txBody>
          <a:bodyPr>
            <a:normAutofit/>
          </a:bodyPr>
          <a:lstStyle>
            <a:lvl1pPr marL="266700" indent="-266700">
              <a:defRPr sz="1800"/>
            </a:lvl1pPr>
            <a:lvl2pPr marL="444500" indent="-177800">
              <a:defRPr sz="1600"/>
            </a:lvl2pPr>
            <a:lvl3pPr marL="630238" indent="-185738">
              <a:defRPr sz="1400"/>
            </a:lvl3pPr>
            <a:lvl4pPr marL="808038" indent="-177800">
              <a:defRPr sz="1200"/>
            </a:lvl4pPr>
            <a:lvl5pPr marL="985838" indent="-177800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028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632848" cy="792088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369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135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096698" cy="792088"/>
          </a:xfrm>
          <a:prstGeom prst="rect">
            <a:avLst/>
          </a:prstGeom>
          <a:solidFill>
            <a:srgbClr val="FFFFF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9512" y="1124744"/>
            <a:ext cx="8784976" cy="5616624"/>
          </a:xfrm>
          <a:prstGeom prst="rect">
            <a:avLst/>
          </a:prstGeom>
          <a:solidFill>
            <a:srgbClr val="FFFFFF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BE653-9F98-7D9E-6BFE-23B60AD827E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020" y="-8086"/>
            <a:ext cx="879148" cy="49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9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2" r:id="rId3"/>
    <p:sldLayoutId id="2147483653" r:id="rId4"/>
    <p:sldLayoutId id="2147483650" r:id="rId5"/>
    <p:sldLayoutId id="2147483655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3200" kern="1200">
          <a:solidFill>
            <a:srgbClr val="6600CC"/>
          </a:solidFill>
          <a:latin typeface="Segoe UI Semibold" panose="020B0702040204020203" pitchFamily="34" charset="0"/>
          <a:ea typeface="+mj-ea"/>
          <a:cs typeface="+mj-cs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"/>
        <a:defRPr sz="2400" kern="1200">
          <a:solidFill>
            <a:srgbClr val="660066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  <a:lvl2pPr marL="444500" indent="-1778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"/>
        <a:defRPr sz="2000" kern="1200">
          <a:solidFill>
            <a:srgbClr val="660066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2pPr>
      <a:lvl3pPr marL="719138" indent="-1778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"/>
        <a:defRPr sz="1800" kern="1200">
          <a:solidFill>
            <a:srgbClr val="660066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3pPr>
      <a:lvl4pPr marL="720725" indent="87313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"/>
        <a:defRPr sz="1600" kern="1200">
          <a:solidFill>
            <a:srgbClr val="660066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4pPr>
      <a:lvl5pPr marL="892175" indent="4763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"/>
        <a:defRPr sz="1400" kern="1200">
          <a:solidFill>
            <a:srgbClr val="660066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hoelace.style/" TargetMode="External"/><Relationship Id="rId2" Type="http://schemas.openxmlformats.org/officeDocument/2006/relationships/hyperlink" Target="https://shoelace.style/components/tooltip/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samuk190/localbas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23528" y="1019688"/>
            <a:ext cx="8496944" cy="2232248"/>
          </a:xfrm>
        </p:spPr>
        <p:txBody>
          <a:bodyPr>
            <a:normAutofit fontScale="90000"/>
          </a:bodyPr>
          <a:lstStyle/>
          <a:p>
            <a:r>
              <a:rPr lang="en-US" sz="4400" noProof="0" dirty="0"/>
              <a:t>Web Application Development</a:t>
            </a:r>
            <a:br>
              <a:rPr lang="en-US" sz="3100" noProof="0" dirty="0"/>
            </a:br>
            <a:r>
              <a:rPr lang="en-US" sz="2700" i="1" noProof="0" dirty="0"/>
              <a:t>INF3048 – S6</a:t>
            </a:r>
            <a:br>
              <a:rPr lang="en-US" sz="2400" i="1" noProof="0" dirty="0"/>
            </a:br>
            <a:br>
              <a:rPr lang="en-US" sz="2400" i="1" noProof="0" dirty="0"/>
            </a:br>
            <a:r>
              <a:rPr lang="en-US" sz="2700" noProof="0" dirty="0"/>
              <a:t>TD2: The Locally Persistent Single-User Single-Keypad-View 2-Operand Frontend Calculator in Monolithic</a:t>
            </a:r>
            <a:br>
              <a:rPr lang="en-US" sz="2700" noProof="0" dirty="0"/>
            </a:br>
            <a:r>
              <a:rPr lang="en-US" sz="2700" noProof="0" dirty="0" err="1"/>
              <a:t>VanillaJS</a:t>
            </a:r>
            <a:r>
              <a:rPr lang="en-US" sz="2700" noProof="0" dirty="0"/>
              <a:t>-HTML-</a:t>
            </a:r>
            <a:r>
              <a:rPr lang="en-US" sz="2700" noProof="0" dirty="0" err="1"/>
              <a:t>LocalBase</a:t>
            </a:r>
            <a:r>
              <a:rPr lang="en-US" sz="2700" noProof="0" dirty="0"/>
              <a:t>-QCSS</a:t>
            </a:r>
            <a:endParaRPr lang="en-US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4149080"/>
            <a:ext cx="6400800" cy="432048"/>
          </a:xfrm>
        </p:spPr>
        <p:txBody>
          <a:bodyPr>
            <a:normAutofit fontScale="92500"/>
          </a:bodyPr>
          <a:lstStyle/>
          <a:p>
            <a:r>
              <a:rPr lang="en-US" noProof="0" dirty="0"/>
              <a:t>Jacques Robin and Camilo Correa © 2023-2026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82671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78064-AA55-AD0A-B736-065E906C7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 2: QCSS + </a:t>
            </a:r>
            <a:r>
              <a:rPr lang="en-US" noProof="0" dirty="0" err="1"/>
              <a:t>Localbase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165CE-11D5-0FD7-55FF-E9C88C05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Implement keypad version of 2-operand calculator with operand value persistence to </a:t>
            </a:r>
            <a:r>
              <a:rPr lang="en-US" noProof="0" dirty="0" err="1"/>
              <a:t>IndexedDB</a:t>
            </a:r>
            <a:r>
              <a:rPr lang="en-US" noProof="0" dirty="0"/>
              <a:t>, the browser’s local database</a:t>
            </a:r>
          </a:p>
          <a:p>
            <a:r>
              <a:rPr lang="en-US" dirty="0"/>
              <a:t>Values of both operands entered using button keypads instead of input element</a:t>
            </a:r>
          </a:p>
          <a:p>
            <a:r>
              <a:rPr lang="en-US" dirty="0"/>
              <a:t>Choice of operator also entered using button keypads instead of select drop-down menu element</a:t>
            </a:r>
          </a:p>
          <a:p>
            <a:r>
              <a:rPr lang="en-US" dirty="0"/>
              <a:t>One save button persists operand value to </a:t>
            </a:r>
            <a:r>
              <a:rPr lang="en-US" dirty="0" err="1"/>
              <a:t>IndexedDB</a:t>
            </a:r>
            <a:r>
              <a:rPr lang="en-US" dirty="0"/>
              <a:t>, the browser’s local database</a:t>
            </a:r>
          </a:p>
          <a:p>
            <a:r>
              <a:rPr lang="en-US" dirty="0"/>
              <a:t>One clear (C) button to reinitialize the operand to zero</a:t>
            </a:r>
          </a:p>
          <a:p>
            <a:r>
              <a:rPr lang="en-US" dirty="0"/>
              <a:t>One sync button overwrite operand value from persisted value on </a:t>
            </a:r>
            <a:r>
              <a:rPr lang="en-US" dirty="0" err="1"/>
              <a:t>IndexedDB</a:t>
            </a:r>
            <a:endParaRPr lang="en-US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300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A02D8-F987-1F30-B7EC-5017A54A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B3E60-FF15-8064-DD9F-C7A6F285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 2: QCSS + </a:t>
            </a:r>
            <a:r>
              <a:rPr lang="en-US" noProof="0" dirty="0" err="1"/>
              <a:t>Localbase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32988-A1DE-C4A4-7A49-221445B58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Style the app using Quasar CSS classes in the HTML elements, rather than your own styling classes written in raw CSS</a:t>
            </a:r>
          </a:p>
          <a:p>
            <a:r>
              <a:rPr lang="en-US" dirty="0"/>
              <a:t>Keep the CSS stylesheet for style adjustment not directly doable by just reusing built-in Quasar CSS classes</a:t>
            </a:r>
            <a:endParaRPr lang="en-US" noProof="0" dirty="0"/>
          </a:p>
          <a:p>
            <a:r>
              <a:rPr lang="en-US" noProof="0" dirty="0"/>
              <a:t>Add tooltip to the save, clear and sync operand keypad buttons by using the </a:t>
            </a:r>
            <a:r>
              <a:rPr lang="en-US" noProof="0" dirty="0" err="1">
                <a:hlinkClick r:id="rId2"/>
              </a:rPr>
              <a:t>sl</a:t>
            </a:r>
            <a:r>
              <a:rPr lang="en-US" noProof="0" dirty="0">
                <a:hlinkClick r:id="rId2"/>
              </a:rPr>
              <a:t>-tooltip Custom Element </a:t>
            </a:r>
            <a:r>
              <a:rPr lang="en-US" noProof="0" dirty="0"/>
              <a:t>from the </a:t>
            </a:r>
            <a:r>
              <a:rPr lang="en-US" noProof="0" dirty="0">
                <a:hlinkClick r:id="rId3"/>
              </a:rPr>
              <a:t>Shoelace Vanilla Web Components library</a:t>
            </a:r>
            <a:endParaRPr lang="en-US" noProof="0" dirty="0"/>
          </a:p>
          <a:p>
            <a:r>
              <a:rPr lang="en-US" noProof="0" dirty="0"/>
              <a:t>Use </a:t>
            </a:r>
            <a:r>
              <a:rPr lang="en-US" noProof="0" dirty="0" err="1">
                <a:hlinkClick r:id="rId4"/>
              </a:rPr>
              <a:t>Localbase</a:t>
            </a:r>
            <a:r>
              <a:rPr lang="en-US" noProof="0" dirty="0">
                <a:hlinkClick r:id="rId4"/>
              </a:rPr>
              <a:t> NPM package</a:t>
            </a:r>
            <a:r>
              <a:rPr lang="en-US" noProof="0" dirty="0"/>
              <a:t> to read from and write to Indexed DB with a simpler, higher-level API than the </a:t>
            </a:r>
            <a:r>
              <a:rPr lang="en-US" noProof="0" dirty="0" err="1">
                <a:hlinkClick r:id="rId4"/>
              </a:rPr>
              <a:t>IndexedDB</a:t>
            </a:r>
            <a:r>
              <a:rPr lang="en-US" noProof="0" dirty="0">
                <a:hlinkClick r:id="rId4"/>
              </a:rPr>
              <a:t> browser API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75421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376DF-91DB-9453-870E-060EBE6A8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5690-5F5B-CB21-2507-D3D9C2A18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 2: QCSS + </a:t>
            </a:r>
            <a:r>
              <a:rPr lang="en-US" noProof="0" dirty="0" err="1"/>
              <a:t>Localbase</a:t>
            </a:r>
            <a:endParaRPr lang="en-US" noProof="0" dirty="0"/>
          </a:p>
        </p:txBody>
      </p:sp>
      <p:pic>
        <p:nvPicPr>
          <p:cNvPr id="4" name="Video LP-SU-SKV-2OC-FEA-20260331_075910-Meeting Recording">
            <a:hlinkClick r:id="" action="ppaction://media"/>
            <a:extLst>
              <a:ext uri="{FF2B5EF4-FFF2-40B4-BE49-F238E27FC236}">
                <a16:creationId xmlns:a16="http://schemas.microsoft.com/office/drawing/2014/main" id="{7D0ACB1F-34E5-3B32-6A51-12CE3698E29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9388" y="1462088"/>
            <a:ext cx="8785225" cy="4941887"/>
          </a:xfrm>
        </p:spPr>
      </p:pic>
    </p:spTree>
    <p:extLst>
      <p:ext uri="{BB962C8B-B14F-4D97-AF65-F5344CB8AC3E}">
        <p14:creationId xmlns:p14="http://schemas.microsoft.com/office/powerpoint/2010/main" val="280977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3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jrSegoeCR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B28D436F-B7CD-47CC-88B8-4F5A2474DF63}" vid="{986820F6-FE08-4149-AD24-B867665B27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844EA6C883884589D064C717AA00EA" ma:contentTypeVersion="11" ma:contentTypeDescription="Create a new document." ma:contentTypeScope="" ma:versionID="5d23f8fc636763670bd7ac5d983c4958">
  <xsd:schema xmlns:xsd="http://www.w3.org/2001/XMLSchema" xmlns:xs="http://www.w3.org/2001/XMLSchema" xmlns:p="http://schemas.microsoft.com/office/2006/metadata/properties" xmlns:ns3="a18df48d-9412-4bb2-9cf5-166a36130205" targetNamespace="http://schemas.microsoft.com/office/2006/metadata/properties" ma:root="true" ma:fieldsID="0ae77f2ebb5b93d728d69f237b5b70ad" ns3:_="">
    <xsd:import namespace="a18df48d-9412-4bb2-9cf5-166a361302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8df48d-9412-4bb2-9cf5-166a361302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FE1A36-F6F1-4D26-8528-304EFD9AA844}">
  <ds:schemaRefs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a18df48d-9412-4bb2-9cf5-166a3613020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73AD317-CB00-45CA-B098-AC58E747F0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8df48d-9412-4bb2-9cf5-166a361302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19EC0DC-CBC9-4FA0-A455-4F43A7BE2E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jrESIEA</Template>
  <TotalTime>25108</TotalTime>
  <Words>214</Words>
  <Application>Microsoft Office PowerPoint</Application>
  <PresentationFormat>On-screen Show (4:3)</PresentationFormat>
  <Paragraphs>15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Segoe UI</vt:lpstr>
      <vt:lpstr>Segoe UI Semibold</vt:lpstr>
      <vt:lpstr>Wingdings 2</vt:lpstr>
      <vt:lpstr>jrSegoeCRI</vt:lpstr>
      <vt:lpstr>Web Application Development INF3048 – S6  TD2: The Locally Persistent Single-User Single-Keypad-View 2-Operand Frontend Calculator in Monolithic VanillaJS-HTML-LocalBase-QCSS</vt:lpstr>
      <vt:lpstr>Exercise 2: QCSS + Localbase</vt:lpstr>
      <vt:lpstr>Exercise 2: QCSS + Localbase</vt:lpstr>
      <vt:lpstr>Exercise 2: QCSS + Localbase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Full-Stack Development 4A - S7 – MAJ – SWE 2022 Lecture 1</dc:title>
  <dc:creator>ROBIN Jacques</dc:creator>
  <cp:lastModifiedBy>ROBIN Jacques</cp:lastModifiedBy>
  <cp:revision>262</cp:revision>
  <dcterms:created xsi:type="dcterms:W3CDTF">2022-09-21T11:20:34Z</dcterms:created>
  <dcterms:modified xsi:type="dcterms:W3CDTF">2026-04-02T11:29:36Z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0x01010053844EA6C883884589D064C717AA00EA</vt:lpwstr>
  </property>
</Properties>
</file>